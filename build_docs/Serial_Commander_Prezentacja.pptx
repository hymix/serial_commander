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Serial Commander v1.8 — Architektura i Główny Interfejs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Nowoczesny terminal diagnostyczny HMI / COM stworzony do pracy z systemami Embedded</a:t>
            </a:r>
          </a:p>
        </p:txBody>
      </p:sp>
      <p:pic>
        <p:nvPicPr>
          <p:cNvPr id="3" name="Picture 2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4814776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Wielokartowość ze statusem Live: Zielona kropka (● COM22) oznacza aktywne połączenie, biała (○ COM20) port w spoczynku.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Górny Pasek Połączenia i Narzędzi: Szybki dostęp do portu, prędkości Baudrate, formatu RX (ASCII/HEX), wyszukiwarki i markerów.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Zwijany Panel Szybkich Akcji (PPM): 10 programowalnych przycisków (możesz go całkowicie ukryć przyciskiem '◀ Ukryj').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[4] Sekcja Live Watch: Przypięte ramki telemetryczne odświeżane w miejscu ze złotym podświetleniem zmieniających się wartości.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[5] Dolny Pasek Komend (TX): Wpisywanie komend bezpośrednio pod logami, obsługa historii (strzałki ↑ / ↓) oraz wybór końca linii (EOL).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Inteligentny Wybór Portu COM i Prędkości Baudrate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Kompaktowy widok w spoczynku, wykrywanie nowych portów oraz pełna identyfikacja sterowników</a:t>
            </a:r>
          </a:p>
        </p:txBody>
      </p:sp>
      <p:pic>
        <p:nvPicPr>
          <p:cNvPr id="3" name="Picture 2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5022166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PortComboBox w spoczynku: Zajmuje tylko 82 px szerokości i wyświetla wyłącznie krótki kod portu (np. COM20).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Rozwinięta lista urządzeń: Poszerza się do 340 px, pokazując pełną nazwę sterownika, a nowo wykryte porty wyróżnia etykietą '✨ ... [NOWY]'.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Odświeżanie portów (Odśwież): Błyskawiczne skanowanie nowo podłączonych konwerterów USB-UART i CANable bez restartu aplikacji.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[4] Rozbudowany Baudrate: Standardowe prędkości aż do 1 000 000 bps oraz opcja 'Własny...' na dole listy dla nietypowych zegarów UART.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Sterowanie Liniami Sprzętowymi (DTR / RTS / Reset MCU)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Zdalny restart mikrokontrolera i kontrola linii sterujących konwertera USB-UART</a:t>
            </a:r>
          </a:p>
        </p:txBody>
      </p:sp>
      <p:pic>
        <p:nvPicPr>
          <p:cNvPr id="3" name="Picture 2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5020601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Ukryte Menu Sprzętowe (⚙): Umieszczone tuż obok przycisku Połącz/Rozłącz, nie zajmuje miejsca podczas standardowej pracy np. z RS-485.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Ręczne wysterowanie DTR i RTS: Niezależne przełączanie stanu logicznego na liniach Data Terminal Ready oraz Request To Send.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Impuls Reset MCU (100 ms): Jednym kliknięciem wyzwala sprzętowy restart płytki (np. ESP32 / STM32) i od razu przechwytuje logi bootloadera.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Panel Szybkich Akcji (PPM) i Potwierdzenia Sprzętowe ACK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7 typów przycisków sterujących, potwierdzenia ACK, zapytania z timeoutem i stany krokowe</a:t>
            </a:r>
          </a:p>
        </p:txBody>
      </p:sp>
      <p:pic>
        <p:nvPicPr>
          <p:cNvPr id="3" name="Picture 2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5017073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Konfiguracja pod Prawym Przyciskiem Myszy (PPM): Kliknij PPM na dowolny przycisk po lewej stronie, aby otworzyć jego edytor.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7 Trybów Pracy: Push, Toggle (ACK), Hold, Trigger (pętla ms), Macro (sekwencje), Query (zapytanie z timeoutem) oraz Step (przełącznik wielostanowy).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Sprzętowy ACK w trybie Toggle: Kolor przycisku zmieni się na Zielony (ON) lub Czerwony (OFF) TYLKO wtedy, gdy urządzenie odeśle ramkę potwierdzenia ACK!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[4] Przycisk Usuń / Wyczyść: Natychmiastowo resetuje wybrany slot do stanu nieużywanego ('+ Przypisz akcję (PPM)').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Interaktywna Konsola: Zaznaczanie Tekstu i Menu PPM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Błyskawiczne tworzenie filtrów, parserów oraz przypięć Live Watch wprost ze strumienia logów</a:t>
            </a:r>
          </a:p>
        </p:txBody>
      </p:sp>
      <p:pic>
        <p:nvPicPr>
          <p:cNvPr id="3" name="Picture 2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5051907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WAŻNE — Zaznacz tekst w konsoli: Aby zobaczyć opcje szybkiego dodawania do Filtra i Parsera, najpierw zaznacz myszką interesujący Cię fragment logu!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Przypnij do Live Watch: Jednym kliknięciem PPM wyciąga nagłówek linii (np. CAN2_TX) i przypina go do tablicy telemetrycznej u góry ekranu.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Dodaj do Filtra / Parsera (*nazwa*): Automatycznie otacza zaznaczony tekst gwiazdkami (*CAN2_TX*), rozwija szufladę filtrów i wkleja gotowy wzorzec.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[4] Inteligentny Auto-scroll: Gdy przewiniesz logi w górę, autoscroll pauzuje, a na dole pojawia się przycisk szybkiego powrotu do najnowszych linii.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Moduł Live Watch — Telemetria i Błyski Zmian (Token Diffing)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Podgląd zmiennych procesowych i ramek CAN w jednym miejscu bez przewijania konsoli</a:t>
            </a:r>
          </a:p>
        </p:txBody>
      </p:sp>
      <p:pic>
        <p:nvPicPr>
          <p:cNvPr id="3" name="Picture 2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4814776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Dwa sposoby aktywacji: Ręcznie przez PPM w konsoli lub automatycznie z kodu C mikrokontrolera poprzez wysłanie znaku '@' na początku linii (np. @[IO_MGR]...).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Błyski zmienionych wartości (Token Diffing): Algorytm porównuje tokeny nowej i starej ramki — zmieniające się liczby (np. ADC: 531 / 13%) błyskają na złoto przez 750 ms.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Odciążenie głównej konsoli: Przypięte logi są domyślnie ukrywane w głównym oknie poniżej, chyba że zaznaczysz checkbox 'Pokaż też w konsoli'.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[4] Zwijanie i limit 70% wysokości: Przycisk '▲ Ukryj' po prawej stronie zwija sekcję, a przy dużej liczbie wierszy (powyżej 70% konsoli) włącza się suwak.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Filtry, Parsery Payloadu oraz Tryb Zapory (Whitelist)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Pełna kontrola nad tym, co i w jakiej formie wyświetla się w oknie terminala</a:t>
            </a:r>
          </a:p>
        </p:txBody>
      </p:sp>
      <p:pic>
        <p:nvPicPr>
          <p:cNvPr id="3" name="Picture 2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5055431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Szuflada Filtrów i Parserów: Rozwijana przyciskiem 'Filtry (N)', gdzie N pokazuje łączną liczbę aktywnych reguł w bieżącym profilu.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Tryb ▲ ZAPORA (Whitelist): Gdy aktywujesz choć jeden filtr 'Dozwolony', zapala się czerwony ostrzegawczy przycisk ZAPORA, a terminal blokuje całą resztę ruchu.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Trzy akcje filtrów: 'Ukryj' (wycina szum), 'Koloruj' (wyróżnia ważne linie wybranym kolorem z palety 16 barw) oraz 'Dozwolony (Whitelist)'.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[4] Parsery Payloadu: Automatycznie podmieniają surowe ciągi znaków lub bajty HEX (np. *AA 01*) na czytelne komunikaty tekstowe w złotym kolorze.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Menadżer Filtrów i Parserów — Zarządzanie Regułami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Szybkie włączanie, wyłączanie, sortowanie i edycja reguł bez ich usuwania z profilu</a:t>
            </a:r>
          </a:p>
        </p:txBody>
      </p:sp>
      <p:pic>
        <p:nvPicPr>
          <p:cNvPr id="3" name="Picture 2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4810869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Checkbox 'Aktywny': Pozwala tymczasowo wyłączyć dany filtr lub regułę Whitelist jednym kliknięciem, zachowując ją w pliku konfiguracyjnym .json.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Sortowanie po kolumnach: Kliknięcie w nagłówek tabeli ('Wzór' lub 'Akcja') sortuje listę alfabetycznie rosnąco lub malejąco.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Szybka edycja i usuwanie: Przyciski 'Edytuj' i 'Usuń' w każdym wierszu pozwalają zmodyfikować wzorzec lub kolor w locie.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Symetryczny Widok Podzielony (Split View 50% / 50%)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Równoległa diagnostyka dwóch portów COM (np. Nadajnik CAN1 i Odbiornik CAN2) na jednym ekranie</a:t>
            </a:r>
          </a:p>
        </p:txBody>
      </p:sp>
      <p:pic>
        <p:nvPicPr>
          <p:cNvPr id="3" name="Picture 2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302033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Sztywna symetria 50% / 50%: Obie karty mają zawsze identyczną szerokość co do piksela, niezależnie od kontrolek czy ostrzeżenia ZAPORA.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Lewy panel szybkich akcji: Przycisk '▶ Akcje' umieszczony na lewym, zewnętrznym skraju karty, nie zaburzając widoku konsoli.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Prawy panel szybkich akcji: Przycisk 'Akcje ◀' umieszczony symetrycznie na prawym, zewnętrznym skraju karty.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[4] Powrót do 1 okna i skalowanie: Kliknięcie 'Widok zakładek (1 okno)' przywraca klasyczne karty i zmniejsza szerokość okna do 940 px.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10. Split View — Przełączanie Kart w Nagłówku (Obsługa 3+ Kart)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Swobodny wybór dowolnej z otwartych w tle kart na lewą lub prawą połowę ekranu</a:t>
            </a:r>
          </a:p>
        </p:txBody>
      </p:sp>
      <p:pic>
        <p:nvPicPr>
          <p:cNvPr id="3" name="Picture 2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30304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Wybór karty w miejscu nazwy profilu: Kliknięcie w nagłówek '[LEWA] ● COM22 — Profil: COM22.json ▾' otwiera menu przełączania przypisanego okna.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Inteligentne filtrowanie menu: Lista pokazuje wyłącznie pozostałe otwarte karty (pomijając kartę aktualnie widoczną w tym oknie, by nie wprowadzać chaosu).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Błyskawiczna zamiana miejscami (Swap ⇄): Przycisk '⇄ Zamień miejscami' na górnej belce (lub wybór sąsiedniej karty z menu) natychmiast zamienia lewe okno z prawym.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11. Profile Konfiguracji (cfg/), Narzędzia Raportowe i Eksport Logów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Trwały zapis ustawień stanowiskowych, eksport do HTML/Markdown oraz obsługa z linii komend (CLI)</a:t>
            </a:r>
          </a:p>
        </p:txBody>
      </p:sp>
      <p:pic>
        <p:nvPicPr>
          <p:cNvPr id="3" name="Picture 2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336038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Lewy panel 10 akcji: Rozwinięty przy lewej krawędzi okna z bezpośrednim dostępem do makr lewej karty.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Prawy panel 10 akcji: Rozwinięty przy prawej krawędzi okna, pozostawiając obie konsole bezpośrednio obok siebie w centrum.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Zarządzanie profilami (cfg/*.json): Niezależny wybór i atomowy zapis konfiguracji dla każdej z kart.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[4] Eksport Logów i Markery: Zapis przebiegu sesji (przycisk '💾 Zapisz Logi') do HTML (z kolorami), Markdown oraz TXT.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12. Tryb Magistrali CAN (Adapter CANable / slcan)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Obsługa protokołu CANable, wysyłanie ramek cansend oraz telemetria Live Watch z czasem cyklu Delta_t</a:t>
            </a:r>
          </a:p>
        </p:txBody>
      </p:sp>
      <p:pic>
        <p:nvPicPr>
          <p:cNvPr id="3" name="Picture 2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5061742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Konfiguracja i Bitrate CAN: Wybór prędkości magistrali (10k do 1M) w profilu połączenia CANable slcan.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Sortowanie CAN ID i Czas Cyklu (Δt): Wiersze Live Watch są uporządkowane rosnąco po ID z precyzyjnym pomiarem czasu cyklu (np. Δ 11 ms).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Błysk Zmienionych Bajtów: Zmienione wartości w ramce CAN podświetlają się na złoto przez 750 ms, ułatwiając detekcję zmian.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[4] Nadawanie Ramek CAN (cansend): Wprowadzanie ramek w składni ID#DANE (np. 187#01 02 03), ramek RTR (65A#R) oraz DLC=0 bezpośrednio z dolnego terminala.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13. Zaawansowane Przyciski (Query, Step), Licznik {CNT} i Stop Pętli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Zapytania z timeoutem, stany krokowe, liczniki kroczące oraz natychmiastowe zatrzymanie pętli</a:t>
            </a:r>
          </a:p>
        </p:txBody>
      </p:sp>
      <p:pic>
        <p:nvPicPr>
          <p:cNvPr id="3" name="Picture 2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5101611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Typ Query (Request-Response): Wysyła zapytanie i oczekuje na wzorzec w czasie Timeout. Sukces = zielony [OK] z czasem reakcji w ms, błąd = czerwony [TIMEOUT].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Typ Step (Przełącznik Wielostanowy): Każde kliknięcie przełącza kolejny zdefiniowany krok (1..N) i natychmiast wysyła przypisany payload.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Przycisk '⏹ Stop (N)': Pojawia się w nagłówku panelu akcji przy aktywnych pętlach Trigger i jednym kliknięciem zatrzymuje wszystkie nadające timery.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[4] Pomocnik Liczników {CNT} i Walidator Live: Szybkie wstawianie szablonów ({CNT:00-FF:X}, 0{CNT:0-15:X}), podgląd wygenerowanej ramki w czasie rzeczywistym oraz przycisk automatycznej naprawy składni CAN.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14. Konfigurator Połączenia CAN / CAN FD (Adapter candleLight)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Niezależna faza arbitrażu i danych BRS, bufor do 64B oraz nasłuch Listen-only</a:t>
            </a:r>
          </a:p>
        </p:txBody>
      </p:sp>
      <p:pic>
        <p:nvPicPr>
          <p:cNvPr id="3" name="Picture 2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4789001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Typ Połączenia candleLight (WinUSB): Natywna obsługa adapterów STM32G4 w przestrzeni użytkownika przez bibliotekę candle-api (protokół gs_usb).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Prędkość Arbitrażu (Nominal Bitrate): Standardowa prędkość fazy nagłówka i arbitrażu (np. 500 kbps, do 1 Mbps) dla zachowania kompatybilności z węzłami magistrali.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Szybka Faza Danych CAN FD (Data Bitrate): Aktywacja ramki do 64 bajtów oraz prędkości BRS do 2 Mbps, 4 Mbps lub 5 Mbps w fazie przesyłu danych.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[4] Opcje Nasłuchu i Telemetria: Tryb Listen-only (brak nadawania ramek ACK) oraz automatyczne przechwytywanie i przypinanie każdego nowego identyfikatora do panelu Live Watch.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15. Konfigurator Przycisku CAN / CAN FD i Szablony Ramek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Wybór standardu (Classic / FD / TLV), pomocnik liczników {CNT} i weryfikacja poprawności</a:t>
            </a:r>
          </a:p>
        </p:txBody>
      </p:sp>
      <p:pic>
        <p:nvPicPr>
          <p:cNvPr id="3" name="Picture 2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4796723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Wybór Standardu Ramki CAN: Niezależne wymuszenie formatu dla każdego kafelka: Auto, Klasyczny CAN 2.0 (maks. 8B), CAN FD z BRS (do 64B), CAN FD bez BRS lub Struktura TLV.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Szablony Ramek i Konwerter Formatu: Błyskawiczne wstawianie gotowych wzorców (8B CAN 2.0, 64B CAN FD, TLV) oraz konwersja istniejącego payloadu do wybranego standardu.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Składnia Nadawcza cansend i Liczniki {CNT}: Standardowy format ID#DANE z opcją wstrzykiwania dynamicznych liczników kroczących {CNT:00-FF:X} (1B) lub 0{CNT:0-15:X} (półbajt).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[4] Walidacja Live i Ochrona Standardu: Sprawdzanie poprawności składni, blokada nadmiarowych bajtów w trybie CAN 2.0 z inteligentnym przyciskiem automatycznej naprawy.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16. Tryb Magistrali CAN FD, Protokół candleLight i Kreator TLV</a:t>
            </a:r>
          </a:p>
          <a:p>
            <a:pPr>
              <a:defRPr sz="1300">
                <a:solidFill>
                  <a:srgbClr val="74C0FC"/>
                </a:solidFill>
              </a:defRPr>
            </a:pPr>
            <a:r>
              <a:t>Obsługa CAN FD do 64B, Bit Rate Switch (BRS), binarna struktura TLV i kreator nadawania</a:t>
            </a:r>
          </a:p>
        </p:txBody>
      </p:sp>
      <p:pic>
        <p:nvPicPr>
          <p:cNvPr id="3" name="Picture 2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48006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4E4E7"/>
                </a:solidFill>
              </a:defRPr>
            </a:pPr>
            <a:r>
              <a:t>• [1] Tryb candleLight na Żywo: Aktywna karta CAN FD z bezpośrednim wskaźnikiem prędkości arbitrażu (Nominal: 500k) i podłączonym adapterem USB (WinUSB).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[2] Przycisk Nadajnika (📦 TLV / CAN FD): Szybki dostęp do interaktywnego kreatora umieszczony bezpośrednio obok konsoli wprowadzania komend.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[3] Kreator Ramek CAN FD / TLV: Konfiguracja ID, flag FD/BRS, automatyczne pakowanie w strukturę ot_app_msg_tlv (&lt;BH) oraz nadawanie jednorazowe i cykliczne (z okresem ms).</a:t>
            </a:r>
          </a:p>
          <a:p>
            <a:pPr>
              <a:defRPr sz="1100">
                <a:solidFill>
                  <a:srgbClr val="E4E4E7"/>
                </a:solidFill>
              </a:defRPr>
            </a:pPr>
            <a:r>
              <a:t>• [4] Telemetria Live Watch i Dekodowanie TLV: Błyskawiczny podgląd zdekodowanych pól TLV w konsoli, podświetlanie zmienionych danych i pomiar czasu cyklu Δt z dokładnością do 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