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Serial Commander v1.7 — Architektura i Główny Interfejs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Nowoczesny terminal diagnostyczny HMI / COM stworzony do pracy z systemami Embedded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Wielokartowość ze statusem Live: Zielona kropka (● COM22) oznacza aktywne połączenie, biała (○ COM20) port w spoczynku.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Górny Pasek Połączenia i Narzędzi: Szybki dostęp do portu, prędkości Baudrate, formatu RX (ASCII/HEX), wyszukiwarki i markerów.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Zwijany Panel Szybkich Akcji (PPM): 10 programowalnych przycisków (możesz go całkowicie ukryć przyciskiem '◀ Ukryj').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Sekcja Live Watch: Przypięte ramki telemetryczne odświeżane w miejscu ze złotym podświetleniem zmieniających się wartości.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[5] Dolny Pasek Komend (TX): Wpisywanie komend bezpośrednio pod logami, obsługa historii (strzałki ↑ / ↓) oraz wybór końca linii (EOL).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Inteligentny Wybór Portu COM i Prędkości Baudrate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Kompaktowy widok w spoczynku, wykrywanie nowych portów oraz pełna identyfikacja sterowników</a:t>
            </a:r>
          </a:p>
        </p:txBody>
      </p:sp>
      <p:pic>
        <p:nvPicPr>
          <p:cNvPr id="3" name="Picture 2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216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PortComboBox w spoczynku: Zajmuje tylko 82 px szerokości i wyświetla wyłącznie krótki kod portu (np. COM20).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Rozwinięta lista urządzeń: Poszerza się do 340 px, pokazując pełną nazwę sterownika, a nowo wykryte porty wyróżnia etykietą '✨ ... [NOWY]'.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Odświeżanie portów (Odśwież): Błyskawiczne skanowanie nowo podłączonych konwerterów USB-UART i CANable bez restartu aplikacji.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Rozbudowany Baudrate: Standardowe prędkości aż do 1 000 000 bps oraz opcja 'Własny...' na dole listy dla nietypowych zegarów 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Sterowanie Liniami Sprzętowymi (DTR / RTS / Reset MCU)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Zdalny restart mikrokontrolera i kontrola linii sterujących konwertera USB-UART</a:t>
            </a:r>
          </a:p>
        </p:txBody>
      </p:sp>
      <p:pic>
        <p:nvPicPr>
          <p:cNvPr id="3" name="Picture 2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06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Ukryte Menu Sprzętowe (⚙): Umieszczone tuż obok przycisku Połącz/Rozłącz, nie zajmuje miejsca podczas standardowej pracy np. z RS-485.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Ręczne wysterowanie DTR i RTS: Niezależne przełączanie stanu logicznego na liniach Data Terminal Ready oraz Request To Send.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Impuls Reset MCU (100 ms): Jednym kliknięciem wyzwala sprzętowy restart płytki (np. ESP32 / STM32) i od razu przechwytuje logi bootloadera.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Panel Szybkich Akcji (PPM) i Potwierdzenia Sprzętowe ACK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5 typów przycisków sterujących oraz inteligentna weryfikacja wykonania rozkazu przez sprzęt</a:t>
            </a:r>
          </a:p>
        </p:txBody>
      </p:sp>
      <p:pic>
        <p:nvPicPr>
          <p:cNvPr id="3" name="Picture 2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1707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pod Prawym Przyciskiem Myszy (PPM): Kliknij PPM na dowolny przycisk po lewej stronie, aby otworzyć jego edytor.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5 Trybów Pracy: Push, Toggle (ACK), Hold, Trigger (pętla ms) oraz Macro (powiększone wieloliniowe pole sekwencji z sleep).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Sprzętowy ACK w trybie Toggle: Kolor przycisku zmieni się na Zielony (ON) lub Czerwony (OFF) TYLKO wtedy, gdy urządzenie odeśle ramkę potwierdzenia ACK!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 Usuń / Wyczyść: Natychmiastowo resetuje wybrany slot do stanu nieużywanego ('+ Przypisz akcję (PPM)').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Interaktywna Konsola: Zaznaczanie Tekstu i Menu PPM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Błyskawiczne tworzenie filtrów, parserów oraz przypięć Live Watch wprost ze strumienia logów</a:t>
            </a:r>
          </a:p>
        </p:txBody>
      </p:sp>
      <p:pic>
        <p:nvPicPr>
          <p:cNvPr id="3" name="Picture 2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1907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WAŻNE — Zaznacz tekst w konsoli: Aby zobaczyć opcje szybkiego dodawania do Filtra i Parsera, najpierw zaznacz myszką interesujący Cię fragment logu!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Przypnij do Live Watch: Jednym kliknięciem PPM wyciąga nagłówek linii (np. CAN2_TX) i przypina go do tablicy telemetrycznej u góry ekranu.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Dodaj do Filtra / Parsera (*nazwa*): Automatycznie otacza zaznaczony tekst gwiazdkami (*CAN2_TX*), rozwija szufladę filtrów i wkleja gotowy wzorzec.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Inteligentny Auto-scroll: Gdy przewiniesz logi w górę, autoscroll pauzuje, a na dole pojawia się przycisk szybkiego powrotu do najnowszych linii.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Moduł Live Watch — Telemetria i Błyski Zmian (Token Diffing)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Podgląd zmiennych procesowych i ramek CAN w jednym miejscu bez przewijania konsoli</a:t>
            </a:r>
          </a:p>
        </p:txBody>
      </p:sp>
      <p:pic>
        <p:nvPicPr>
          <p:cNvPr id="3" name="Picture 2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Dwa sposoby aktywacji: Ręcznie przez PPM w konsoli lub automatycznie z kodu C mikrokontrolera poprzez wysłanie znaku '@' na początku linii (np. @[IO_MGR]...).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Błyski zmienionych wartości (Token Diffing): Algorytm porównuje tokeny nowej i starej ramki — zmieniające się liczby (np. ADC: 531 / 13%) błyskają na złoto przez 750 ms.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Odciążenie głównej konsoli: Przypięte logi są domyślnie ukrywane w głównym oknie poniżej, chyba że zaznaczysz checkbox 'Pokaż też w konsoli'.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Zwijanie i limit 70% wysokości: Przycisk '▲ Ukryj' po prawej stronie zwija sekcję, a przy dużej liczbie wierszy (powyżej 70% konsoli) włącza się suwak.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Filtry, Parsery Payloadu oraz Tryb Zapory (Whitelist)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Pełna kontrola nad tym, co i w jakiej formie wyświetla się w oknie terminala</a:t>
            </a:r>
          </a:p>
        </p:txBody>
      </p:sp>
      <p:pic>
        <p:nvPicPr>
          <p:cNvPr id="3" name="Picture 2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543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Szuflada Filtrów i Parserów: Rozwijana przyciskiem 'Filtry (N)', gdzie N pokazuje łączną liczbę aktywnych reguł w bieżącym profilu.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Tryb ▲ ZAPORA (Whitelist): Gdy aktywujesz choć jeden filtr 'Dozwolony', zapala się czerwony ostrzegawczy przycisk ZAPORA, a terminal blokuje całą resztę ruchu.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Trzy akcje filtrów: 'Ukryj' (wycina szum), 'Koloruj' (wyróżnia ważne linie wybranym kolorem z palety 16 barw) oraz 'Dozwolony (Whitelist)'.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Parsery Payloadu: Automatycznie podmieniają surowe ciągi znaków lub bajty HEX (np. *AA 01*) na czytelne komunikaty tekstowe w złotym kolorze.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Menadżer Filtrów i Parserów — Zarządzanie Regułami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Szybkie włączanie, wyłączanie, sortowanie i edycja reguł bez ich usuwania z profilu</a:t>
            </a:r>
          </a:p>
        </p:txBody>
      </p:sp>
      <p:pic>
        <p:nvPicPr>
          <p:cNvPr id="3" name="Picture 2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0869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Checkbox 'Aktywny': Pozwala tymczasowo wyłączyć dany filtr lub regułę Whitelist jednym kliknięciem, zachowując ją w pliku konfiguracyjnym .json.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po kolumnach: Kliknięcie w nagłówek tabeli ('Wzór' lub 'Akcja') sortuje listę alfabetycznie rosnąco lub malejąco.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edycja i usuwanie: Przyciski 'Edytuj' i 'Usuń' w każdym wierszu pozwalają zmodyfikować wzorzec lub kolor w locie.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Symetryczny Widok Podzielony (Split View 50% / 50%)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Równoległa diagnostyka dwóch portów COM (np. Nadajnik CAN1 i Odbiornik CAN2) na jednym ekranie</a:t>
            </a:r>
          </a:p>
        </p:txBody>
      </p:sp>
      <p:pic>
        <p:nvPicPr>
          <p:cNvPr id="3" name="Picture 2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203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Sztywna symetria 50% / 50%: Obie karty mają zawsze identyczną szerokość co do piksela, niezależnie od włączonych kontrolek czy ostrzeżenia ZAPORA.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&amp; [3] Skrajne rozmieszczenie przycisków Akcji: Przyciski rozwijania paneli bocznych ('▶ Akcje' i 'Akcje ◀') lądują na zewnętrznych krawędziach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Automatyczne skalowanie okna: Wejście w Split View rozszerza okno do 1440 px, a kliknięcie 'Widok zakładek (1 okno)' zmniejsza je z powrotem do 940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Split View — Przełączanie Kart w Nagłówku (Obsługa 3+ Kart)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Swobodny wybór dowolnej z otwartych w tle kart na lewą lub prawą połowę ekranu</a:t>
            </a:r>
          </a:p>
        </p:txBody>
      </p:sp>
      <p:pic>
        <p:nvPicPr>
          <p:cNvPr id="3" name="Picture 2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304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karty w miejscu nazwy profilu: Kliknięcie w nagłówek '[LEWA] ● COM22 — Profil: COM22.json ▾' otwiera menu przełączania przypisanego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Inteligentne filtrowanie menu: Lista pokazuje wyłącznie pozostałe otwarte karty (pomijając kartę aktualnie widoczną w tym oknie, by nie wprowadzać chaosu).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Błyskawiczna zamiana miejscami (Swap ⇄): Przycisk '⇄ Zamień miejscami' na górnej belce (lub wybór sąsiedniej karty z menu) natychmiast zamienia lewe okno z prawym.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Profile Konfiguracji (cfg/), Narzędzia Raportowe i Eksport Logów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Trwały zapis ustawień stanowiskowych, eksport do HTML/Markdown oraz obsługa z linii komend (CLI)</a:t>
            </a:r>
          </a:p>
        </p:txBody>
      </p:sp>
      <p:pic>
        <p:nvPicPr>
          <p:cNvPr id="3" name="Picture 2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3603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&amp; [2] Rozwinięte panele na skrajach w Split View: Pełny dostęp do 20 przycisków szybkich akcji jednocześnie przy zachowaniu sąsiadujących konsol w centrum.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Zarządzanie Profilami (cfg/*.json): Automatyczny, atomowy zapis konfiguracji portu, przycisków, filtrów i przypięć Live Watch dla każdego urządzenia.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Eksport Logów (HTML / MD / TXT) i Markery: Zapis przebiegu sesji z metryczką diagnostyczną (Data, Wersja, Port) i pełnym zachowaniem kolorów w formacie HTML/MD.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12. Tryb Magistrali CAN (Adapter CANable / slcan)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protokołu CANable, wysyłanie ramek cansend oraz telemetria Live Watch z czasem cyklu Delta_t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D43B"/>
                </a:solidFill>
              </a:defRPr>
            </a:pPr>
            <a:r>
              <a:t>📷 WYMAGANY NOWY ZRZUT EKRANU: zrzut_can_mode.png</a:t>
            </a:r>
          </a:p>
          <a:p>
            <a:br/>
            <a:pPr>
              <a:defRPr sz="1200">
                <a:solidFill>
                  <a:srgbClr val="C8C8C8"/>
                </a:solidFill>
              </a:defRPr>
            </a:pPr>
            <a:r>
              <a:t>Wytyczne: Zrzut ekranu karty pracującej w trybie CAN: pasek z etykietą 'Bitrate: 500k', zielony wskaźnik połączenia '[ON] COM20 · CAN 500k', konsola z odebranymi ramkami CAN w formacie '187#01 02 03 04', panel Live Watch z posortowanymi wierszami CAN ID, wskaźnikami czasu cyklu 'Delta ... ms' oraz podświetlonymi (złotymi) zmienionymi bajtami. Na dole pole wprowadzania z placeholderem '187#01 02 03'.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i Bitrate CAN: Wybór prędkości magistrali (10k - 1M) w profilu połączenia CANable slcan.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CAN ID i Czas Cyklu Delta_t: Wiersze Live Watch są automatycznie sortowane rosnąco po ID, z pomiarem odstępu czasowego Delta_t.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 Zmienionych Bajtów: Zmienione wartości danych w ramce błyskają na złoto na 750 ms, pozwalając śledzić zmiany w locie.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Przyciski CAN i Click-to-Clear: Zablokowany format TX na CAN, dynamiczne przykłady znikające po kliknięciu i powiększone pole Makro.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