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v1.8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spoczynku, wykrywanie nowych portów oraz pełna identyfikacja sterowników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Poszerza się do 340 px, pokazując pełną nazwę sterownika, a nowo wykryte porty wyróżnia etykietą '✨ ... [NOWY]'.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i CANable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7 typów przycisków sterujących, potwierdzenia ACK, zapytania z timeoutem i stany krokowe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7 Trybów Pracy: Push, Toggle (ACK), Hold, Trigger (pętla ms), Macro (sekwencje), Query (zapytanie z timeoutem) oraz Step (przełącznik wielostanowy).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Lewy panel szybkich akcji: Przycisk '▶ Akcje' umieszczony na lewym, zewnętrznym skraju karty, nie zaburzając widoku konsoli.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Prawy panel szybkich akcji: Przycisk 'Akcje ◀' umieszczony symetrycznie na prawym, zewnętrznym skraju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Powrót do 1 okna i skalowanie: Kliknięcie 'Widok zakładek (1 okno)' przywraca klasyczne karty i zmniejsza szerokość okna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Lewy panel 10 akcji: Rozwinięty przy lewej krawędzi okna z bezpośrednim dostępem do makr lewej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Prawy panel 10 akcji: Rozwinięty przy prawej krawędzi okna, pozostawiając obie konsole bezpośrednio obok siebie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Niezależny wybór i atomowy zapis konfiguracji dla każdej z kart.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i Markery: Zapis przebiegu sesji (przycisk '💾 Zapisz Logi') do HTML (z kolorami), Markdown oraz TXT.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Tryb Magistrali CAN (Adapter CANable / slcan)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protokołu CANable, wysyłanie ramek cansend oraz telemetria Live Watch z czasem cyklu Delta_t</a:t>
            </a:r>
          </a:p>
        </p:txBody>
      </p:sp>
      <p:pic>
        <p:nvPicPr>
          <p:cNvPr id="3" name="Picture 2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61742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i Bitrate CAN: Wybór prędkości magistrali (10k do 1M) w profilu połączenia CANable slcan.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CAN ID i Czas Cyklu (Δt): Wiersze Live Watch są uporządkowane rosnąco po ID z precyzyjnym pomiarem czasu cyklu (np. Δ 11 ms).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 Zmienionych Bajtów: Zmienione wartości w ramce CAN podświetlają się na złoto przez 750 ms, ułatwiając detekcję zmian.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Nadawanie Ramek CAN (cansend): Wprowadzanie ramek w składni ID#DANE (np. 187#01 02 03), ramek RTR (65A#R) oraz DLC=0 bezpośrednio z dolnego terminala.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13. Zaawansowane Przyciski (Query, Step), Licznik {CNT} i Stop Pętli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Zapytania z timeoutem, stany krokowe, liczniki kroczące oraz natychmiastowe zatrzymanie pętli</a:t>
            </a:r>
          </a:p>
        </p:txBody>
      </p:sp>
      <p:pic>
        <p:nvPicPr>
          <p:cNvPr id="3" name="Picture 2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10161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Typ Query (Request-Response): Wysyła zapytanie i oczekuje na wzorzec w czasie Timeout. Sukces = zielony [OK] z czasem reakcji w ms, błąd = czerwony [TIMEOUT].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Typ Step (Przełącznik Wielostanowy): Każde kliknięcie przełącza kolejny zdefiniowany krok (1..N) i natychmiast wysyła przypisany payload.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Przycisk '⏹ Stop (N)': Pojawia się w nagłówku panelu akcji przy aktywnych pętlach Trigger i jednym kliknięciem zatrzymuje wszystkie nadające timery.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Pomocnik Liczników {CNT} i Walidator Live: Szybkie wstawianie szablonów ({CNT:00-FF:X}, 0{CNT:0-15:X}), podgląd wygenerowanej ramki w czasie rzeczywistym oraz przycisk automatycznej naprawy składni CAN.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