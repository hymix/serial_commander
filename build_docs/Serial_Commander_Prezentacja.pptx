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v1.6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 oraz pełna identyfikacja sterowników po rozwinięciu listy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Automatycznie poszerza się do 320 px, pokazując pełną nazwę sterownika (np. STLink, CH343, FTDI).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5 typów przycisków sterujących oraz inteligentna weryfikacja wykonania rozkazu przez sprzęt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5 Trybów Pracy: Push (jednorazowy), Toggle (przełącznik ON/OFF), Hold (wciśnięty/puszczony), Trigger (pętla czasowa ms), Macro (sekwencja z sleep).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włączonych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&amp; [3] Skrajne rozmieszczenie przycisków Akcji: Przyciski rozwijania paneli bocznych ('▶ Akcje' i 'Akcje ◀') lądują na zewnętrznych krawędziach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Automatyczne skalowanie okna: Wejście w Split View rozszerza okno do 1440 px, a kliknięcie 'Widok zakładek (1 okno)' zmniejsza je z powrotem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&amp; [2] Rozwinięte panele na skrajach w Split View: Pełny dostęp do 20 przycisków szybkich akcji jednocześnie przy zachowaniu sąsiadujących konsol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Automatyczny, atomowy zapis konfiguracji portu, przycisków, filtrów i przypięć Live Watch dla każdego urządzenia.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(HTML / MD / TXT) i Markery: Zapis przebiegu sesji z metryczką diagnostyczną (Data, Wersja, Port) i pełnym zachowaniem kolorów w formacie HTML/MD.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